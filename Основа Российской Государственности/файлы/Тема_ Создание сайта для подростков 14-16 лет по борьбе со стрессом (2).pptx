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16C9EA-FF6B-42ED-9C43-08A5035AA35A}">
  <a:tblStyle styleId="{3416C9EA-FF6B-42ED-9C43-08A5035AA3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929af55fe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929af55fe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929af55fe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929af55fe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929af55fe_9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929af55fe_9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929af55fe_9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929af55fe_9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929af55fe_9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929af55fe_9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929af55fe_9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929af55fe_9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929af55fe_9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929af55fe_9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cb52d4c1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cb52d4c1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cb52d4c15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cb52d4c15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cb52d4c15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cb52d4c15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cb52d4c15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cb52d4c15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929af55fe_9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929af55fe_9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929af55fe_9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929af55fe_9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929af55fe_9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929af55fe_9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929af55fe_9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929af55fe_9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cb52d4c15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cb52d4c15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jpg"/><Relationship Id="rId4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6.jpg"/><Relationship Id="rId5" Type="http://schemas.openxmlformats.org/officeDocument/2006/relationships/image" Target="../media/image24.jpg"/><Relationship Id="rId6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26.jpg"/><Relationship Id="rId5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88925" y="603925"/>
            <a:ext cx="8655000" cy="162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latin typeface="Georgia"/>
                <a:ea typeface="Georgia"/>
                <a:cs typeface="Georgia"/>
                <a:sym typeface="Georgia"/>
              </a:rPr>
              <a:t>Тема:Создание сайта для подростков 14-16 лет по борьбе со стрессом</a:t>
            </a:r>
            <a:endParaRPr sz="2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740075" y="2835100"/>
            <a:ext cx="3789600" cy="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92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Выполнили:</a:t>
            </a:r>
            <a:endParaRPr sz="192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92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Ученицы 10 “А”  класса:</a:t>
            </a:r>
            <a:endParaRPr sz="192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92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Злыгостева Дарья,</a:t>
            </a:r>
            <a:endParaRPr sz="192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92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Поносова Анна.</a:t>
            </a:r>
            <a:endParaRPr sz="192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92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Руководитель:</a:t>
            </a:r>
            <a:endParaRPr sz="192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92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Антропова Елена Сергеевна</a:t>
            </a:r>
            <a:endParaRPr sz="192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475050" y="32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Georgia"/>
                <a:ea typeface="Georgia"/>
                <a:cs typeface="Georgia"/>
                <a:sym typeface="Georgia"/>
              </a:rPr>
              <a:t>Проблема и актуальность проекта</a:t>
            </a:r>
            <a:endParaRPr sz="30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35400" y="1105450"/>
            <a:ext cx="4179600" cy="15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Проблема:Будучи в 8-9 классе, мы столкнулись с проблемой частого стресса из-за внешних факторов.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25" y="2571750"/>
            <a:ext cx="3487800" cy="23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32563" y="3046400"/>
            <a:ext cx="4359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Актуальность: Подростки часто испытывают стресс. Учитывая их активное пользование интернетом, создание сайта — актуальное решение.</a:t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4576" y="950475"/>
            <a:ext cx="3223887" cy="215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026475" y="430525"/>
            <a:ext cx="52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120">
                <a:latin typeface="Georgia"/>
                <a:ea typeface="Georgia"/>
                <a:cs typeface="Georgia"/>
                <a:sym typeface="Georgia"/>
              </a:rPr>
              <a:t>Цель и  целевая аудитория</a:t>
            </a:r>
            <a:endParaRPr sz="312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750" y="1275263"/>
            <a:ext cx="3524250" cy="23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57400" y="1059250"/>
            <a:ext cx="4135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Целевая </a:t>
            </a:r>
            <a:r>
              <a:rPr lang="ru" sz="2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аудитория</a:t>
            </a:r>
            <a:r>
              <a:rPr lang="ru" sz="2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Подростки 14-16 лет,подвергающиеся стрессу.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841" y="2115775"/>
            <a:ext cx="3395834" cy="29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692900" y="3624750"/>
            <a:ext cx="4451100" cy="30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Цель:Создать сайт для подростков 14-16 лет по борьбе со стрессом.</a:t>
            </a:r>
            <a:endParaRPr sz="2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379525" y="355375"/>
            <a:ext cx="536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320">
                <a:latin typeface="Georgia"/>
                <a:ea typeface="Georgia"/>
                <a:cs typeface="Georgia"/>
                <a:sym typeface="Georgia"/>
              </a:rPr>
              <a:t>Задачи</a:t>
            </a:r>
            <a:endParaRPr sz="33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588925" y="1144600"/>
            <a:ext cx="8153700" cy="34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403"/>
              <a:buFont typeface="Arial"/>
              <a:buNone/>
            </a:pPr>
            <a:r>
              <a:rPr lang="ru" sz="2864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1)Поиск информации по теме проекта.</a:t>
            </a:r>
            <a:endParaRPr sz="2864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403"/>
              <a:buFont typeface="Arial"/>
              <a:buNone/>
            </a:pPr>
            <a:r>
              <a:rPr lang="ru" sz="2864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2)Выявить данные о проблемах и предпочтениях подростков.</a:t>
            </a:r>
            <a:endParaRPr sz="2864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403"/>
              <a:buFont typeface="Arial"/>
              <a:buNone/>
            </a:pPr>
            <a:r>
              <a:rPr lang="ru" sz="2864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3)Создать опросник и провести тестирование 8-9 классов школы №6.</a:t>
            </a:r>
            <a:endParaRPr sz="2864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403"/>
              <a:buFont typeface="Arial"/>
              <a:buNone/>
            </a:pPr>
            <a:r>
              <a:rPr lang="ru" sz="2864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4)Разработать программу публикаций и дизайн сайта “Путь к себе”.</a:t>
            </a:r>
            <a:endParaRPr sz="2864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864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5)Запуск сайта.</a:t>
            </a:r>
            <a:endParaRPr sz="2864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2743375" y="52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3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648275" y="-15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220">
                <a:latin typeface="Georgia"/>
                <a:ea typeface="Georgia"/>
                <a:cs typeface="Georgia"/>
                <a:sym typeface="Georgia"/>
              </a:rPr>
              <a:t>Аналоги</a:t>
            </a:r>
            <a:endParaRPr sz="322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92" name="Google Shape;92;p18"/>
          <p:cNvGraphicFramePr/>
          <p:nvPr/>
        </p:nvGraphicFramePr>
        <p:xfrm>
          <a:off x="-44625" y="5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{3416C9EA-FF6B-42ED-9C43-08A5035AA35A}</a:tableStyleId>
              </a:tblPr>
              <a:tblGrid>
                <a:gridCol w="1414350"/>
                <a:gridCol w="1145925"/>
                <a:gridCol w="1248375"/>
                <a:gridCol w="1086800"/>
                <a:gridCol w="1606225"/>
                <a:gridCol w="1316875"/>
                <a:gridCol w="141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Название</a:t>
                      </a:r>
                      <a:endParaRPr sz="20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Стоимость</a:t>
                      </a:r>
                      <a:endParaRPr sz="15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Доступность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Удобство 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Простота 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У</a:t>
                      </a: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никальность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Фишки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86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r>
                        <a:rPr lang="ru" sz="13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РосПодрос</a:t>
                      </a: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Бесплатно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Доступно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Не удобно, размытая информация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Прост описанием контента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Не углублено в одну ЦА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Статьи и вебинары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r>
                        <a:rPr lang="ru" sz="13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Цифровое</a:t>
                      </a:r>
                      <a:endParaRPr sz="13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поколение</a:t>
                      </a: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Платно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Не доступно всем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Удобно, </a:t>
                      </a: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информация</a:t>
                      </a: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заключена в таблицы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Просто, предоставлением продукта с помощью отзывов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Инструкция </a:t>
                      </a: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по</a:t>
                      </a: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прохождению</a:t>
                      </a: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обучения</a:t>
                      </a:r>
                      <a:endParaRPr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Отзывы пользователей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Путь к себе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Бесплатно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Доступно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Удобно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Прост легким восприятием информации.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Имеет несколько разделов по борьбе со стрессом</a:t>
                      </a:r>
                      <a:endParaRPr sz="13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Создание собственного персонажа, </a:t>
                      </a:r>
                      <a:r>
                        <a:rPr lang="ru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актуальный</a:t>
                      </a:r>
                      <a:r>
                        <a:rPr lang="ru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дизайн, разгрузка для подростков, советы по борьбе со стрессом</a:t>
                      </a:r>
                      <a:endParaRPr sz="1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2149475" y="411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Georgia"/>
                <a:ea typeface="Georgia"/>
                <a:cs typeface="Georgia"/>
                <a:sym typeface="Georgia"/>
              </a:rPr>
              <a:t>Проектная часть(1 опрос)</a:t>
            </a:r>
            <a:endParaRPr sz="302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9750"/>
            <a:ext cx="3270050" cy="28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0400" y="1950075"/>
            <a:ext cx="3663200" cy="311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4150" y="984051"/>
            <a:ext cx="3202953" cy="332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2160675" y="43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Georgia"/>
                <a:ea typeface="Georgia"/>
                <a:cs typeface="Georgia"/>
                <a:sym typeface="Georgia"/>
              </a:rPr>
              <a:t>Проектная часть(1 опрос)</a:t>
            </a:r>
            <a:endParaRPr sz="302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812009" cy="39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500" y="1152475"/>
            <a:ext cx="3946017" cy="405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2272725" y="43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Georgia"/>
                <a:ea typeface="Georgia"/>
                <a:cs typeface="Georgia"/>
                <a:sym typeface="Georgia"/>
              </a:rPr>
              <a:t>Проектная часть(2 опрос)</a:t>
            </a:r>
            <a:endParaRPr sz="302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50" y="1114424"/>
            <a:ext cx="3890601" cy="33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3910" y="1152474"/>
            <a:ext cx="376029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2272725" y="43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Georgia"/>
                <a:ea typeface="Georgia"/>
                <a:cs typeface="Georgia"/>
                <a:sym typeface="Georgia"/>
              </a:rPr>
              <a:t>Проектная часть(2 опрос)</a:t>
            </a:r>
            <a:endParaRPr sz="302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75" y="1152475"/>
            <a:ext cx="4269450" cy="396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3412" y="1958650"/>
            <a:ext cx="5299225" cy="31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2272725" y="43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Georgia"/>
                <a:ea typeface="Georgia"/>
                <a:cs typeface="Georgia"/>
                <a:sym typeface="Georgia"/>
              </a:rPr>
              <a:t>Проектная часть(итог)</a:t>
            </a:r>
            <a:endParaRPr sz="30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7306550" y="1792950"/>
            <a:ext cx="1972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</a:t>
            </a: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сылка</a:t>
            </a: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на наш сайт: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23" title="photo_5957165003452823614_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5725" y="2571750"/>
            <a:ext cx="1911925" cy="191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 title="photo_5379979101756058332_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650" y="1067192"/>
            <a:ext cx="2088851" cy="401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 title="photo_5379979101756058333_y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9925" y="1116781"/>
            <a:ext cx="2088849" cy="402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 title="photo_5379979101756058334_y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8787" y="1006450"/>
            <a:ext cx="2088841" cy="39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2754575" y="-168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20">
                <a:latin typeface="Georgia"/>
                <a:ea typeface="Georgia"/>
                <a:cs typeface="Georgia"/>
                <a:sym typeface="Georgia"/>
              </a:rPr>
              <a:t>Смета расходов</a:t>
            </a:r>
            <a:endParaRPr sz="252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 rotWithShape="1">
          <a:blip r:embed="rId3">
            <a:alphaModFix/>
          </a:blip>
          <a:srcRect b="14295" l="0" r="0" t="0"/>
          <a:stretch/>
        </p:blipFill>
        <p:spPr>
          <a:xfrm>
            <a:off x="2086050" y="404074"/>
            <a:ext cx="4434000" cy="221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6038" y="2622200"/>
            <a:ext cx="4434024" cy="23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539000" y="489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>
                <a:latin typeface="Georgia"/>
                <a:ea typeface="Georgia"/>
                <a:cs typeface="Georgia"/>
                <a:sym typeface="Georgia"/>
              </a:rPr>
              <a:t>Выводы</a:t>
            </a:r>
            <a:endParaRPr sz="30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255675" y="1197025"/>
            <a:ext cx="9144000" cy="400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Собрана информация по теме проекта.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Определены проблемы и предпочтения подростков.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Проведен опрос среди учеников 8–9 классов школы №6.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Разработаны публикационный план и дизайн сайта «Путь к себе».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Сайт успешно запущен.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2700" rtl="0" algn="l">
              <a:spcBef>
                <a:spcPts val="10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2149450" y="-810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Georgia"/>
                <a:ea typeface="Georgia"/>
                <a:cs typeface="Georgia"/>
                <a:sym typeface="Georgia"/>
              </a:rPr>
              <a:t>Партнеры</a:t>
            </a:r>
            <a:endParaRPr sz="30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  </a:t>
            </a: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МБОУ СОШ №6</a:t>
            </a:r>
            <a:r>
              <a:rPr lang="ru" sz="1900">
                <a:solidFill>
                  <a:schemeClr val="dk1"/>
                </a:solidFill>
              </a:rPr>
              <a:t>      </a:t>
            </a:r>
            <a:r>
              <a:rPr lang="ru">
                <a:solidFill>
                  <a:schemeClr val="dk1"/>
                </a:solidFill>
              </a:rPr>
              <a:t>                                              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Гранты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25" y="1750650"/>
            <a:ext cx="3659200" cy="28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9550" y="1750650"/>
            <a:ext cx="3562476" cy="281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/>
        </p:nvSpPr>
        <p:spPr>
          <a:xfrm>
            <a:off x="3497850" y="456500"/>
            <a:ext cx="21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Партнеры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266875" y="1555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5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2588550" y="2700625"/>
            <a:ext cx="64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1350" y="0"/>
            <a:ext cx="93066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348450" y="839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latin typeface="Times New Roman"/>
                <a:ea typeface="Times New Roman"/>
                <a:cs typeface="Times New Roman"/>
                <a:sym typeface="Times New Roman"/>
              </a:rPr>
              <a:t>Контакты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681475" y="3008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Злыгостева Дарья: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Вк: https://vk.com/miilnoo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Тг: @dashkza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Номер телефона: +7 909 055 5076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4902525" y="3064925"/>
            <a:ext cx="43815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Поносова Анна: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Вк: https://vk.com/prostoanya12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Тг: @antik011108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Номер телефона: +7 982 834 0669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900" y="616300"/>
            <a:ext cx="1702001" cy="22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075" y="683550"/>
            <a:ext cx="1839725" cy="220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 title="photo_5957165003452823614_m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1500" y="1183627"/>
            <a:ext cx="1702000" cy="17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/>
        </p:nvSpPr>
        <p:spPr>
          <a:xfrm>
            <a:off x="7496725" y="321450"/>
            <a:ext cx="131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Ссылка на наш сайт: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